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</p:sldIdLst>
  <p:sldSz cx="31680150" cy="43200638"/>
  <p:notesSz cx="6858000" cy="9144000"/>
  <p:defaultTextStyle>
    <a:defPPr>
      <a:defRPr lang="pt-BR"/>
    </a:defPPr>
    <a:lvl1pPr marL="0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1pPr>
    <a:lvl2pPr marL="1797116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2pPr>
    <a:lvl3pPr marL="3594232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3pPr>
    <a:lvl4pPr marL="5391348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4pPr>
    <a:lvl5pPr marL="7188464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5pPr>
    <a:lvl6pPr marL="8985580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6pPr>
    <a:lvl7pPr marL="10782696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7pPr>
    <a:lvl8pPr marL="12579812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8pPr>
    <a:lvl9pPr marL="14376928" algn="l" defTabSz="3594232" rtl="0" eaLnBrk="1" latinLnBrk="0" hangingPunct="1">
      <a:defRPr sz="707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73" autoAdjust="0"/>
  </p:normalViewPr>
  <p:slideViewPr>
    <p:cSldViewPr snapToGrid="0">
      <p:cViewPr>
        <p:scale>
          <a:sx n="14" d="100"/>
          <a:sy n="14" d="100"/>
        </p:scale>
        <p:origin x="24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1F4D89D-9697-529B-A783-BFAAE0E3F4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8576" y="2650136"/>
            <a:ext cx="6040021" cy="216753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478EA0B-E1DC-D38C-EF5C-4EF7BD01B37F}"/>
              </a:ext>
            </a:extLst>
          </p:cNvPr>
          <p:cNvSpPr txBox="1"/>
          <p:nvPr userDrawn="1"/>
        </p:nvSpPr>
        <p:spPr>
          <a:xfrm>
            <a:off x="23818576" y="4693727"/>
            <a:ext cx="604002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pc="260" dirty="0">
                <a:solidFill>
                  <a:srgbClr val="002060"/>
                </a:solidFill>
              </a:rPr>
              <a:t>XXV International Symposium on </a:t>
            </a:r>
          </a:p>
          <a:p>
            <a:pPr algn="ctr"/>
            <a:r>
              <a:rPr lang="en-US" sz="2800" b="1" spc="260" dirty="0">
                <a:solidFill>
                  <a:srgbClr val="002060"/>
                </a:solidFill>
              </a:rPr>
              <a:t>Solid State Dosimetry</a:t>
            </a:r>
          </a:p>
          <a:p>
            <a:pPr algn="ctr"/>
            <a:r>
              <a:rPr lang="en-US" sz="2200" b="1" dirty="0">
                <a:solidFill>
                  <a:srgbClr val="002060"/>
                </a:solidFill>
              </a:rPr>
              <a:t>September 23-26, 2025 | Belo Horizonte – Brazil </a:t>
            </a:r>
          </a:p>
        </p:txBody>
      </p:sp>
      <p:sp>
        <p:nvSpPr>
          <p:cNvPr id="9" name="Quadro 8">
            <a:extLst>
              <a:ext uri="{FF2B5EF4-FFF2-40B4-BE49-F238E27FC236}">
                <a16:creationId xmlns:a16="http://schemas.microsoft.com/office/drawing/2014/main" id="{AD4DDD6F-98A1-6F71-6731-D1C7C55054B9}"/>
              </a:ext>
            </a:extLst>
          </p:cNvPr>
          <p:cNvSpPr/>
          <p:nvPr userDrawn="1"/>
        </p:nvSpPr>
        <p:spPr>
          <a:xfrm>
            <a:off x="1" y="0"/>
            <a:ext cx="31680150" cy="43469380"/>
          </a:xfrm>
          <a:prstGeom prst="frame">
            <a:avLst>
              <a:gd name="adj1" fmla="val 3734"/>
            </a:avLst>
          </a:prstGeom>
          <a:gradFill flip="none" rotWithShape="1">
            <a:gsLst>
              <a:gs pos="0">
                <a:srgbClr val="002060"/>
              </a:gs>
              <a:gs pos="52000">
                <a:schemeClr val="accent1">
                  <a:lumMod val="50000"/>
                </a:schemeClr>
              </a:gs>
              <a:gs pos="100000">
                <a:srgbClr val="00206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28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8011" y="2300044"/>
            <a:ext cx="27324129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78011" y="11500170"/>
            <a:ext cx="27324129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78010" y="40040601"/>
            <a:ext cx="7128034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A87FC-7ECA-43CB-B6F1-48BFC7B43ED3}" type="datetimeFigureOut">
              <a:rPr lang="pt-BR" smtClean="0"/>
              <a:t>04/06/2025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94050" y="40040601"/>
            <a:ext cx="1069205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374106" y="40040601"/>
            <a:ext cx="7128034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2D771B-53E6-4B50-B321-A94BD58BDC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79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3168030" rtl="0" eaLnBrk="1" latinLnBrk="0" hangingPunct="1">
        <a:lnSpc>
          <a:spcPct val="90000"/>
        </a:lnSpc>
        <a:spcBef>
          <a:spcPct val="0"/>
        </a:spcBef>
        <a:buNone/>
        <a:defRPr sz="152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2008" indent="-792008" algn="l" defTabSz="3168030" rtl="0" eaLnBrk="1" latinLnBrk="0" hangingPunct="1">
        <a:lnSpc>
          <a:spcPct val="90000"/>
        </a:lnSpc>
        <a:spcBef>
          <a:spcPts val="3465"/>
        </a:spcBef>
        <a:buFont typeface="Arial" panose="020B0604020202020204" pitchFamily="34" charset="0"/>
        <a:buChar char="•"/>
        <a:defRPr sz="9701" kern="1200">
          <a:solidFill>
            <a:schemeClr val="tx1"/>
          </a:solidFill>
          <a:latin typeface="+mn-lt"/>
          <a:ea typeface="+mn-ea"/>
          <a:cs typeface="+mn-cs"/>
        </a:defRPr>
      </a:lvl1pPr>
      <a:lvl2pPr marL="2376023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8315" kern="1200">
          <a:solidFill>
            <a:schemeClr val="tx1"/>
          </a:solidFill>
          <a:latin typeface="+mn-lt"/>
          <a:ea typeface="+mn-ea"/>
          <a:cs typeface="+mn-cs"/>
        </a:defRPr>
      </a:lvl2pPr>
      <a:lvl3pPr marL="3960038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6929" kern="1200">
          <a:solidFill>
            <a:schemeClr val="tx1"/>
          </a:solidFill>
          <a:latin typeface="+mn-lt"/>
          <a:ea typeface="+mn-ea"/>
          <a:cs typeface="+mn-cs"/>
        </a:defRPr>
      </a:lvl3pPr>
      <a:lvl4pPr marL="5544053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4pPr>
      <a:lvl5pPr marL="7128068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5pPr>
      <a:lvl6pPr marL="8712083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6pPr>
      <a:lvl7pPr marL="10296098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7pPr>
      <a:lvl8pPr marL="11880113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8pPr>
      <a:lvl9pPr marL="13464129" indent="-792008" algn="l" defTabSz="3168030" rtl="0" eaLnBrk="1" latinLnBrk="0" hangingPunct="1">
        <a:lnSpc>
          <a:spcPct val="90000"/>
        </a:lnSpc>
        <a:spcBef>
          <a:spcPts val="1732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1pPr>
      <a:lvl2pPr marL="1584015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2pPr>
      <a:lvl3pPr marL="3168030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752045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4pPr>
      <a:lvl5pPr marL="6336060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5pPr>
      <a:lvl6pPr marL="7920076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6pPr>
      <a:lvl7pPr marL="9504091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7pPr>
      <a:lvl8pPr marL="11088106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8pPr>
      <a:lvl9pPr marL="12672121" algn="l" defTabSz="3168030" rtl="0" eaLnBrk="1" latinLnBrk="0" hangingPunct="1">
        <a:defRPr sz="62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FB9F284-0F87-DD71-B856-C24F0A4172ED}"/>
              </a:ext>
            </a:extLst>
          </p:cNvPr>
          <p:cNvSpPr txBox="1"/>
          <p:nvPr/>
        </p:nvSpPr>
        <p:spPr>
          <a:xfrm>
            <a:off x="24384876" y="5982288"/>
            <a:ext cx="4901508" cy="35317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pt-BR" sz="3200" dirty="0"/>
          </a:p>
          <a:p>
            <a:pPr algn="ctr"/>
            <a:r>
              <a:rPr lang="pt-BR" dirty="0" err="1"/>
              <a:t>Institute</a:t>
            </a:r>
            <a:r>
              <a:rPr lang="pt-BR" dirty="0"/>
              <a:t> Logo</a:t>
            </a:r>
          </a:p>
          <a:p>
            <a:pPr algn="ctr"/>
            <a:endParaRPr lang="pt-BR" sz="1800" dirty="0"/>
          </a:p>
          <a:p>
            <a:pPr algn="ctr"/>
            <a:endParaRPr lang="pt-BR" sz="3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07D166-D931-47F8-B2D1-D6CBB90904E0}"/>
              </a:ext>
            </a:extLst>
          </p:cNvPr>
          <p:cNvSpPr txBox="1"/>
          <p:nvPr/>
        </p:nvSpPr>
        <p:spPr>
          <a:xfrm>
            <a:off x="1821553" y="2740180"/>
            <a:ext cx="216827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Justified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Justified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Justified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8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Justified</a:t>
            </a:r>
            <a:r>
              <a:rPr lang="pt-BR" sz="8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1D18AC4-3802-AE0A-97BA-87221547491B}"/>
              </a:ext>
            </a:extLst>
          </p:cNvPr>
          <p:cNvSpPr txBox="1"/>
          <p:nvPr/>
        </p:nvSpPr>
        <p:spPr>
          <a:xfrm>
            <a:off x="1954414" y="6707485"/>
            <a:ext cx="82607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X.Y. Author</a:t>
            </a:r>
            <a:r>
              <a:rPr lang="pt-BR" sz="4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1*</a:t>
            </a:r>
            <a:r>
              <a:rPr lang="pt-B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X.Y Author</a:t>
            </a:r>
            <a:r>
              <a:rPr lang="pt-BR" sz="4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....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774C03B-B7DC-D215-47AB-32506A5FCC9A}"/>
              </a:ext>
            </a:extLst>
          </p:cNvPr>
          <p:cNvSpPr txBox="1"/>
          <p:nvPr/>
        </p:nvSpPr>
        <p:spPr>
          <a:xfrm>
            <a:off x="1952062" y="7607397"/>
            <a:ext cx="69172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 1; </a:t>
            </a:r>
            <a:r>
              <a:rPr lang="pt-BR" sz="40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 2; ....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66A081C-E9EC-0BB9-1ECB-C4B185DF5343}"/>
              </a:ext>
            </a:extLst>
          </p:cNvPr>
          <p:cNvSpPr txBox="1"/>
          <p:nvPr/>
        </p:nvSpPr>
        <p:spPr>
          <a:xfrm>
            <a:off x="1954414" y="8425102"/>
            <a:ext cx="7928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pt-B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Correspondence</a:t>
            </a:r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email@email.com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2A5C38-77C9-C60A-63E0-FC948D9D814C}"/>
              </a:ext>
            </a:extLst>
          </p:cNvPr>
          <p:cNvSpPr txBox="1"/>
          <p:nvPr/>
        </p:nvSpPr>
        <p:spPr>
          <a:xfrm>
            <a:off x="12321523" y="8420134"/>
            <a:ext cx="4400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linkedin.com/in/</a:t>
            </a:r>
            <a:r>
              <a:rPr lang="pt-BR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yourID</a:t>
            </a:r>
            <a:endParaRPr lang="pt-B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5CE3E7B-9976-D227-DFC2-52FB369E6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7279" y="8488580"/>
            <a:ext cx="481892" cy="481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72373935-38DF-1A2E-B895-30D934C79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3539" y="8471576"/>
            <a:ext cx="481893" cy="481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ED3C88-00D4-B65D-5607-66B27F799FC8}"/>
              </a:ext>
            </a:extLst>
          </p:cNvPr>
          <p:cNvSpPr txBox="1"/>
          <p:nvPr/>
        </p:nvSpPr>
        <p:spPr>
          <a:xfrm>
            <a:off x="16722087" y="8406186"/>
            <a:ext cx="3209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B5B4EC7-5B3D-D22A-DFC5-08B6F6AEAA31}"/>
              </a:ext>
            </a:extLst>
          </p:cNvPr>
          <p:cNvSpPr txBox="1"/>
          <p:nvPr/>
        </p:nvSpPr>
        <p:spPr>
          <a:xfrm>
            <a:off x="17845962" y="8385697"/>
            <a:ext cx="3257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@YourInstagram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2B08E8-BB0E-5340-2C62-38E14CE436F8}"/>
              </a:ext>
            </a:extLst>
          </p:cNvPr>
          <p:cNvSpPr txBox="1"/>
          <p:nvPr/>
        </p:nvSpPr>
        <p:spPr>
          <a:xfrm>
            <a:off x="1820849" y="10051324"/>
            <a:ext cx="5484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INSTRUCTIONS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8870100-FE93-7909-FE0E-04D8972D0FAF}"/>
              </a:ext>
            </a:extLst>
          </p:cNvPr>
          <p:cNvSpPr txBox="1"/>
          <p:nvPr/>
        </p:nvSpPr>
        <p:spPr>
          <a:xfrm>
            <a:off x="24992721" y="1600605"/>
            <a:ext cx="368581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0" b="1" dirty="0"/>
              <a:t>ID:XY.99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BFE1583-A515-7504-ACC6-E60146665388}"/>
              </a:ext>
            </a:extLst>
          </p:cNvPr>
          <p:cNvSpPr txBox="1"/>
          <p:nvPr/>
        </p:nvSpPr>
        <p:spPr>
          <a:xfrm>
            <a:off x="1820849" y="11105009"/>
            <a:ext cx="27465535" cy="11787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Posters to be printed should measure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90x120 cm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submission ID must be referenced in the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right corner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format “</a:t>
            </a:r>
            <a:r>
              <a:rPr lang="en-US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 XY.99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 Your institution’s logo should be placed directly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event logo.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of your work, authors and their affiliations should be written in the designated places in this template.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would like to include social media links, they can be added in the designated area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(optional)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number of columns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 is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 should be structured into the following sections: </a:t>
            </a:r>
            <a:r>
              <a:rPr lang="en-US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and Methods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sections title must be written with uppercase font, size 48 or larger 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about the funding institution and acknowledgments should be included at the end, after the conclusion.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poster must be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understandable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both for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in-person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presentations.</a:t>
            </a:r>
          </a:p>
          <a:p>
            <a:pPr marL="571500" indent="-571500" algn="just">
              <a:buFont typeface="Wingdings" panose="05000000000000000000" pitchFamily="2" charset="2"/>
              <a:buChar char="Ø"/>
            </a:pP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Ø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text on the poster must be legible and must be written in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 font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mandatory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in size 38 or larger.</a:t>
            </a:r>
            <a:endParaRPr lang="pt-BR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0075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264</Words>
  <Application>Microsoft Office PowerPoint</Application>
  <PresentationFormat>Personalizar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Conta da Microsoft</dc:creator>
  <cp:lastModifiedBy>Lucas Fabrício</cp:lastModifiedBy>
  <cp:revision>12</cp:revision>
  <dcterms:created xsi:type="dcterms:W3CDTF">2025-05-29T18:04:35Z</dcterms:created>
  <dcterms:modified xsi:type="dcterms:W3CDTF">2025-06-04T14:15:16Z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2025-06-03T19:41:31Z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d5d2022e-4de4-48ab-89c2-10c6d9ee0518</vt:lpwstr>
  </property>
  <property fmtid="{D5CDD505-2E9C-101B-9397-08002B2CF9AE}" pid="7" name="MSIP_Label_defa4170-0d19-0005-0004-bc88714345d2_ActionId">
    <vt:lpwstr>fce67ad5-485d-4e81-9ab1-d1854ca3b739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